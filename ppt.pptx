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9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51D5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5314" y="3126181"/>
            <a:ext cx="4288474" cy="505903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3275316" y="3126180"/>
            <a:ext cx="4286250" cy="5064760"/>
          </a:xfrm>
          <a:custGeom>
            <a:avLst/>
            <a:gdLst/>
            <a:ahLst/>
            <a:cxnLst/>
            <a:rect l="l" t="t" r="r" b="b"/>
            <a:pathLst>
              <a:path w="4286250" h="5064759">
                <a:moveTo>
                  <a:pt x="4286201" y="4812646"/>
                </a:moveTo>
                <a:lnTo>
                  <a:pt x="4271059" y="4884447"/>
                </a:lnTo>
                <a:lnTo>
                  <a:pt x="4250751" y="4927566"/>
                </a:lnTo>
                <a:lnTo>
                  <a:pt x="4223487" y="4966140"/>
                </a:lnTo>
                <a:lnTo>
                  <a:pt x="4190198" y="4999434"/>
                </a:lnTo>
                <a:lnTo>
                  <a:pt x="4151533" y="5026570"/>
                </a:lnTo>
                <a:lnTo>
                  <a:pt x="4108503" y="5047001"/>
                </a:lnTo>
                <a:lnTo>
                  <a:pt x="4061773" y="5059831"/>
                </a:lnTo>
                <a:lnTo>
                  <a:pt x="4012238" y="5064394"/>
                </a:lnTo>
                <a:lnTo>
                  <a:pt x="276210" y="5064404"/>
                </a:lnTo>
                <a:lnTo>
                  <a:pt x="226538" y="5059947"/>
                </a:lnTo>
                <a:lnTo>
                  <a:pt x="179792" y="5047102"/>
                </a:lnTo>
                <a:lnTo>
                  <a:pt x="136751" y="5026651"/>
                </a:lnTo>
                <a:lnTo>
                  <a:pt x="98199" y="4999379"/>
                </a:lnTo>
                <a:lnTo>
                  <a:pt x="64913" y="4966067"/>
                </a:lnTo>
                <a:lnTo>
                  <a:pt x="37673" y="4927498"/>
                </a:lnTo>
                <a:lnTo>
                  <a:pt x="17258" y="4884455"/>
                </a:lnTo>
                <a:lnTo>
                  <a:pt x="4445" y="4837717"/>
                </a:lnTo>
                <a:lnTo>
                  <a:pt x="4" y="4788065"/>
                </a:lnTo>
                <a:lnTo>
                  <a:pt x="0" y="276258"/>
                </a:lnTo>
                <a:lnTo>
                  <a:pt x="4441" y="226605"/>
                </a:lnTo>
                <a:lnTo>
                  <a:pt x="17265" y="179868"/>
                </a:lnTo>
                <a:lnTo>
                  <a:pt x="37692" y="136829"/>
                </a:lnTo>
                <a:lnTo>
                  <a:pt x="64942" y="98270"/>
                </a:lnTo>
                <a:lnTo>
                  <a:pt x="98235" y="64972"/>
                </a:lnTo>
                <a:lnTo>
                  <a:pt x="136791" y="37715"/>
                </a:lnTo>
                <a:lnTo>
                  <a:pt x="179828" y="17281"/>
                </a:lnTo>
                <a:lnTo>
                  <a:pt x="226566" y="4450"/>
                </a:lnTo>
                <a:lnTo>
                  <a:pt x="276221" y="0"/>
                </a:lnTo>
                <a:lnTo>
                  <a:pt x="4012125" y="0"/>
                </a:lnTo>
                <a:lnTo>
                  <a:pt x="4061792" y="4423"/>
                </a:lnTo>
                <a:lnTo>
                  <a:pt x="4108541" y="17242"/>
                </a:lnTo>
                <a:lnTo>
                  <a:pt x="4151592" y="37669"/>
                </a:lnTo>
                <a:lnTo>
                  <a:pt x="4190164" y="64924"/>
                </a:lnTo>
                <a:lnTo>
                  <a:pt x="4223473" y="98226"/>
                </a:lnTo>
                <a:lnTo>
                  <a:pt x="4250737" y="136794"/>
                </a:lnTo>
                <a:lnTo>
                  <a:pt x="4271173" y="179846"/>
                </a:lnTo>
                <a:lnTo>
                  <a:pt x="4284002" y="226598"/>
                </a:lnTo>
                <a:lnTo>
                  <a:pt x="4286142" y="251734"/>
                </a:lnTo>
              </a:path>
            </a:pathLst>
          </a:custGeom>
          <a:ln w="2285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98561" y="8016575"/>
            <a:ext cx="2189454" cy="227041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430237"/>
            <a:ext cx="2021781" cy="482915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7070749" y="2039252"/>
            <a:ext cx="3597275" cy="404495"/>
          </a:xfrm>
          <a:custGeom>
            <a:avLst/>
            <a:gdLst/>
            <a:ahLst/>
            <a:cxnLst/>
            <a:rect l="l" t="t" r="r" b="b"/>
            <a:pathLst>
              <a:path w="3597275" h="404494">
                <a:moveTo>
                  <a:pt x="3578869" y="404500"/>
                </a:moveTo>
                <a:lnTo>
                  <a:pt x="24269" y="404500"/>
                </a:lnTo>
                <a:lnTo>
                  <a:pt x="14822" y="402593"/>
                </a:lnTo>
                <a:lnTo>
                  <a:pt x="7108" y="397392"/>
                </a:lnTo>
                <a:lnTo>
                  <a:pt x="1907" y="389677"/>
                </a:lnTo>
                <a:lnTo>
                  <a:pt x="0" y="380231"/>
                </a:lnTo>
                <a:lnTo>
                  <a:pt x="0" y="24269"/>
                </a:lnTo>
                <a:lnTo>
                  <a:pt x="1907" y="14823"/>
                </a:lnTo>
                <a:lnTo>
                  <a:pt x="7108" y="7108"/>
                </a:lnTo>
                <a:lnTo>
                  <a:pt x="14822" y="1907"/>
                </a:lnTo>
                <a:lnTo>
                  <a:pt x="24269" y="0"/>
                </a:lnTo>
                <a:lnTo>
                  <a:pt x="3578869" y="0"/>
                </a:lnTo>
                <a:lnTo>
                  <a:pt x="3585041" y="2556"/>
                </a:lnTo>
                <a:lnTo>
                  <a:pt x="3594147" y="11660"/>
                </a:lnTo>
                <a:lnTo>
                  <a:pt x="3596700" y="17833"/>
                </a:lnTo>
                <a:lnTo>
                  <a:pt x="3596700" y="386668"/>
                </a:lnTo>
                <a:lnTo>
                  <a:pt x="3594147" y="392841"/>
                </a:lnTo>
                <a:lnTo>
                  <a:pt x="3585041" y="401944"/>
                </a:lnTo>
                <a:lnTo>
                  <a:pt x="3578869" y="404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9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51D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92507" y="840429"/>
            <a:ext cx="11210925" cy="169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18865" y="3272842"/>
            <a:ext cx="9893300" cy="4361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9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6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7.png"/><Relationship Id="rId11" Type="http://schemas.openxmlformats.org/officeDocument/2006/relationships/image" Target="../media/image3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638208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700" y="8515212"/>
              <a:ext cx="16230600" cy="0"/>
            </a:xfrm>
            <a:custGeom>
              <a:avLst/>
              <a:gdLst/>
              <a:ahLst/>
              <a:cxnLst/>
              <a:rect l="l" t="t" r="r" b="b"/>
              <a:pathLst>
                <a:path w="16230600" h="0">
                  <a:moveTo>
                    <a:pt x="0" y="0"/>
                  </a:moveTo>
                  <a:lnTo>
                    <a:pt x="1623060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0334" y="1869856"/>
              <a:ext cx="2807659" cy="84171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48996" y="262804"/>
              <a:ext cx="5929426" cy="197390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3564569"/>
            <a:ext cx="10173335" cy="4093845"/>
          </a:xfrm>
          <a:prstGeom prst="rect"/>
        </p:spPr>
        <p:txBody>
          <a:bodyPr wrap="square" lIns="0" tIns="324485" rIns="0" bIns="0" rtlCol="0" vert="horz">
            <a:spAutoFit/>
          </a:bodyPr>
          <a:lstStyle/>
          <a:p>
            <a:pPr marL="12700" marR="5080">
              <a:lnSpc>
                <a:spcPts val="12380"/>
              </a:lnSpc>
              <a:spcBef>
                <a:spcPts val="2555"/>
              </a:spcBef>
            </a:pPr>
            <a:r>
              <a:rPr dirty="0" sz="12350" spc="580"/>
              <a:t>ALERO</a:t>
            </a:r>
            <a:r>
              <a:rPr dirty="0" sz="12350" spc="80"/>
              <a:t>P</a:t>
            </a:r>
            <a:r>
              <a:rPr dirty="0" sz="12350" spc="195"/>
              <a:t>A</a:t>
            </a:r>
            <a:r>
              <a:rPr dirty="0" sz="12350" spc="580"/>
              <a:t>T</a:t>
            </a:r>
            <a:r>
              <a:rPr dirty="0" sz="12350" spc="585"/>
              <a:t>H</a:t>
            </a:r>
            <a:r>
              <a:rPr dirty="0" sz="12350" spc="480"/>
              <a:t> </a:t>
            </a:r>
            <a:r>
              <a:rPr dirty="0" sz="12350" spc="545"/>
              <a:t>CONNECT</a:t>
            </a:r>
            <a:endParaRPr sz="12350"/>
          </a:p>
          <a:p>
            <a:pPr marL="322580">
              <a:lnSpc>
                <a:spcPct val="100000"/>
              </a:lnSpc>
              <a:spcBef>
                <a:spcPts val="320"/>
              </a:spcBef>
            </a:pPr>
            <a:r>
              <a:rPr dirty="0" sz="3750" spc="105"/>
              <a:t>The</a:t>
            </a:r>
            <a:r>
              <a:rPr dirty="0" sz="3750" spc="-35"/>
              <a:t> </a:t>
            </a:r>
            <a:r>
              <a:rPr dirty="0" sz="3750" spc="145"/>
              <a:t>Community</a:t>
            </a:r>
            <a:r>
              <a:rPr dirty="0" sz="3750" spc="-30"/>
              <a:t> </a:t>
            </a:r>
            <a:r>
              <a:rPr dirty="0" sz="3750" spc="140"/>
              <a:t>Engine</a:t>
            </a:r>
            <a:endParaRPr sz="3750"/>
          </a:p>
        </p:txBody>
      </p:sp>
      <p:sp>
        <p:nvSpPr>
          <p:cNvPr id="8" name="object 8"/>
          <p:cNvSpPr txBox="1"/>
          <p:nvPr/>
        </p:nvSpPr>
        <p:spPr>
          <a:xfrm>
            <a:off x="4424365" y="8550385"/>
            <a:ext cx="229806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635"/>
              </a:lnSpc>
              <a:spcBef>
                <a:spcPts val="95"/>
              </a:spcBef>
            </a:pPr>
            <a:r>
              <a:rPr dirty="0" sz="2200">
                <a:solidFill>
                  <a:srgbClr val="FFFFFF"/>
                </a:solidFill>
                <a:latin typeface="Verdana"/>
                <a:cs typeface="Verdana"/>
              </a:rPr>
              <a:t>Presented</a:t>
            </a:r>
            <a:r>
              <a:rPr dirty="0" sz="22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ts val="2635"/>
              </a:lnSpc>
            </a:pPr>
            <a:r>
              <a:rPr dirty="0" sz="2200" b="1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dirty="0" sz="2200" spc="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 spc="80" b="1">
                <a:solidFill>
                  <a:srgbClr val="FFFFFF"/>
                </a:solidFill>
                <a:latin typeface="Tahoma"/>
                <a:cs typeface="Tahoma"/>
              </a:rPr>
              <a:t>members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0354" y="217447"/>
            <a:ext cx="2019268" cy="20192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7376" y="7781314"/>
            <a:ext cx="6388735" cy="0"/>
          </a:xfrm>
          <a:custGeom>
            <a:avLst/>
            <a:gdLst/>
            <a:ahLst/>
            <a:cxnLst/>
            <a:rect l="l" t="t" r="r" b="b"/>
            <a:pathLst>
              <a:path w="6388734" h="0">
                <a:moveTo>
                  <a:pt x="0" y="0"/>
                </a:moveTo>
                <a:lnTo>
                  <a:pt x="6388541" y="0"/>
                </a:lnTo>
              </a:path>
            </a:pathLst>
          </a:custGeom>
          <a:ln w="19050">
            <a:solidFill>
              <a:srgbClr val="051D5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78615"/>
            <a:ext cx="3781470" cy="380838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205" rIns="0" bIns="0" rtlCol="0" vert="horz">
            <a:spAutoFit/>
          </a:bodyPr>
          <a:lstStyle/>
          <a:p>
            <a:pPr marL="3355340">
              <a:lnSpc>
                <a:spcPct val="100000"/>
              </a:lnSpc>
              <a:spcBef>
                <a:spcPts val="95"/>
              </a:spcBef>
            </a:pPr>
            <a:r>
              <a:rPr dirty="0" spc="210"/>
              <a:t>The</a:t>
            </a:r>
            <a:r>
              <a:rPr dirty="0" spc="-65"/>
              <a:t> </a:t>
            </a:r>
            <a:r>
              <a:rPr dirty="0" spc="240"/>
              <a:t>Problem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4110075" y="5982156"/>
            <a:ext cx="4178300" cy="4305300"/>
            <a:chOff x="14110075" y="5982156"/>
            <a:chExt cx="4178300" cy="43053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10075" y="5982156"/>
              <a:ext cx="4177923" cy="43048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455056" y="9453966"/>
              <a:ext cx="833119" cy="833119"/>
            </a:xfrm>
            <a:custGeom>
              <a:avLst/>
              <a:gdLst/>
              <a:ahLst/>
              <a:cxnLst/>
              <a:rect l="l" t="t" r="r" b="b"/>
              <a:pathLst>
                <a:path w="833119" h="833120">
                  <a:moveTo>
                    <a:pt x="806635" y="806635"/>
                  </a:moveTo>
                  <a:lnTo>
                    <a:pt x="777434" y="833033"/>
                  </a:lnTo>
                  <a:lnTo>
                    <a:pt x="167597" y="833033"/>
                  </a:lnTo>
                  <a:lnTo>
                    <a:pt x="138394" y="806638"/>
                  </a:lnTo>
                  <a:lnTo>
                    <a:pt x="105958" y="770751"/>
                  </a:lnTo>
                  <a:lnTo>
                    <a:pt x="77846" y="732513"/>
                  </a:lnTo>
                  <a:lnTo>
                    <a:pt x="54060" y="692260"/>
                  </a:lnTo>
                  <a:lnTo>
                    <a:pt x="34598" y="650326"/>
                  </a:lnTo>
                  <a:lnTo>
                    <a:pt x="19461" y="607050"/>
                  </a:lnTo>
                  <a:lnTo>
                    <a:pt x="8649" y="562765"/>
                  </a:lnTo>
                  <a:lnTo>
                    <a:pt x="2162" y="517808"/>
                  </a:lnTo>
                  <a:lnTo>
                    <a:pt x="0" y="472516"/>
                  </a:lnTo>
                  <a:lnTo>
                    <a:pt x="2162" y="427223"/>
                  </a:lnTo>
                  <a:lnTo>
                    <a:pt x="8649" y="382267"/>
                  </a:lnTo>
                  <a:lnTo>
                    <a:pt x="19461" y="337982"/>
                  </a:lnTo>
                  <a:lnTo>
                    <a:pt x="34598" y="294705"/>
                  </a:lnTo>
                  <a:lnTo>
                    <a:pt x="54060" y="252772"/>
                  </a:lnTo>
                  <a:lnTo>
                    <a:pt x="77846" y="212518"/>
                  </a:lnTo>
                  <a:lnTo>
                    <a:pt x="105958" y="174280"/>
                  </a:lnTo>
                  <a:lnTo>
                    <a:pt x="138391" y="138391"/>
                  </a:lnTo>
                  <a:lnTo>
                    <a:pt x="174280" y="105958"/>
                  </a:lnTo>
                  <a:lnTo>
                    <a:pt x="212518" y="77846"/>
                  </a:lnTo>
                  <a:lnTo>
                    <a:pt x="252772" y="54060"/>
                  </a:lnTo>
                  <a:lnTo>
                    <a:pt x="294705" y="34598"/>
                  </a:lnTo>
                  <a:lnTo>
                    <a:pt x="337982" y="19461"/>
                  </a:lnTo>
                  <a:lnTo>
                    <a:pt x="382267" y="8649"/>
                  </a:lnTo>
                  <a:lnTo>
                    <a:pt x="427223" y="2162"/>
                  </a:lnTo>
                  <a:lnTo>
                    <a:pt x="472516" y="0"/>
                  </a:lnTo>
                  <a:lnTo>
                    <a:pt x="517808" y="2162"/>
                  </a:lnTo>
                  <a:lnTo>
                    <a:pt x="562765" y="8649"/>
                  </a:lnTo>
                  <a:lnTo>
                    <a:pt x="607050" y="19461"/>
                  </a:lnTo>
                  <a:lnTo>
                    <a:pt x="650326" y="34598"/>
                  </a:lnTo>
                  <a:lnTo>
                    <a:pt x="692260" y="54060"/>
                  </a:lnTo>
                  <a:lnTo>
                    <a:pt x="732513" y="77846"/>
                  </a:lnTo>
                  <a:lnTo>
                    <a:pt x="770751" y="105958"/>
                  </a:lnTo>
                  <a:lnTo>
                    <a:pt x="806638" y="138394"/>
                  </a:lnTo>
                  <a:lnTo>
                    <a:pt x="832942" y="167497"/>
                  </a:lnTo>
                  <a:lnTo>
                    <a:pt x="832942" y="777535"/>
                  </a:lnTo>
                  <a:lnTo>
                    <a:pt x="806635" y="806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45899" y="7257562"/>
            <a:ext cx="3942099" cy="302942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34112" y="2196190"/>
            <a:ext cx="945515" cy="945515"/>
          </a:xfrm>
          <a:custGeom>
            <a:avLst/>
            <a:gdLst/>
            <a:ahLst/>
            <a:cxnLst/>
            <a:rect l="l" t="t" r="r" b="b"/>
            <a:pathLst>
              <a:path w="945515" h="945514">
                <a:moveTo>
                  <a:pt x="806640" y="806643"/>
                </a:moveTo>
                <a:lnTo>
                  <a:pt x="770753" y="839078"/>
                </a:lnTo>
                <a:lnTo>
                  <a:pt x="732515" y="867188"/>
                </a:lnTo>
                <a:lnTo>
                  <a:pt x="692261" y="890974"/>
                </a:lnTo>
                <a:lnTo>
                  <a:pt x="650328" y="910435"/>
                </a:lnTo>
                <a:lnTo>
                  <a:pt x="607052" y="925572"/>
                </a:lnTo>
                <a:lnTo>
                  <a:pt x="562767" y="936383"/>
                </a:lnTo>
                <a:lnTo>
                  <a:pt x="517811" y="942870"/>
                </a:lnTo>
                <a:lnTo>
                  <a:pt x="472519" y="945033"/>
                </a:lnTo>
                <a:lnTo>
                  <a:pt x="427227" y="942870"/>
                </a:lnTo>
                <a:lnTo>
                  <a:pt x="382271" y="936383"/>
                </a:lnTo>
                <a:lnTo>
                  <a:pt x="337986" y="925572"/>
                </a:lnTo>
                <a:lnTo>
                  <a:pt x="294709" y="910435"/>
                </a:lnTo>
                <a:lnTo>
                  <a:pt x="252776" y="890974"/>
                </a:lnTo>
                <a:lnTo>
                  <a:pt x="212522" y="867188"/>
                </a:lnTo>
                <a:lnTo>
                  <a:pt x="174284" y="839078"/>
                </a:lnTo>
                <a:lnTo>
                  <a:pt x="138396" y="806643"/>
                </a:lnTo>
                <a:lnTo>
                  <a:pt x="105959" y="770755"/>
                </a:lnTo>
                <a:lnTo>
                  <a:pt x="77848" y="732517"/>
                </a:lnTo>
                <a:lnTo>
                  <a:pt x="54061" y="692263"/>
                </a:lnTo>
                <a:lnTo>
                  <a:pt x="34599" y="650330"/>
                </a:lnTo>
                <a:lnTo>
                  <a:pt x="19462" y="607053"/>
                </a:lnTo>
                <a:lnTo>
                  <a:pt x="8649" y="562768"/>
                </a:lnTo>
                <a:lnTo>
                  <a:pt x="2162" y="517812"/>
                </a:lnTo>
                <a:lnTo>
                  <a:pt x="0" y="472519"/>
                </a:lnTo>
                <a:lnTo>
                  <a:pt x="2162" y="427227"/>
                </a:lnTo>
                <a:lnTo>
                  <a:pt x="8649" y="382271"/>
                </a:lnTo>
                <a:lnTo>
                  <a:pt x="19462" y="337986"/>
                </a:lnTo>
                <a:lnTo>
                  <a:pt x="34599" y="294709"/>
                </a:lnTo>
                <a:lnTo>
                  <a:pt x="54061" y="252776"/>
                </a:lnTo>
                <a:lnTo>
                  <a:pt x="77848" y="212522"/>
                </a:lnTo>
                <a:lnTo>
                  <a:pt x="105959" y="174284"/>
                </a:lnTo>
                <a:lnTo>
                  <a:pt x="138398" y="138398"/>
                </a:lnTo>
                <a:lnTo>
                  <a:pt x="174284" y="105959"/>
                </a:lnTo>
                <a:lnTo>
                  <a:pt x="212522" y="77848"/>
                </a:lnTo>
                <a:lnTo>
                  <a:pt x="252776" y="54061"/>
                </a:lnTo>
                <a:lnTo>
                  <a:pt x="294709" y="34599"/>
                </a:lnTo>
                <a:lnTo>
                  <a:pt x="337986" y="19462"/>
                </a:lnTo>
                <a:lnTo>
                  <a:pt x="382271" y="8649"/>
                </a:lnTo>
                <a:lnTo>
                  <a:pt x="427227" y="2162"/>
                </a:lnTo>
                <a:lnTo>
                  <a:pt x="472519" y="0"/>
                </a:lnTo>
                <a:lnTo>
                  <a:pt x="517811" y="2162"/>
                </a:lnTo>
                <a:lnTo>
                  <a:pt x="562767" y="8649"/>
                </a:lnTo>
                <a:lnTo>
                  <a:pt x="607052" y="19462"/>
                </a:lnTo>
                <a:lnTo>
                  <a:pt x="650328" y="34599"/>
                </a:lnTo>
                <a:lnTo>
                  <a:pt x="692261" y="54061"/>
                </a:lnTo>
                <a:lnTo>
                  <a:pt x="732515" y="77848"/>
                </a:lnTo>
                <a:lnTo>
                  <a:pt x="770753" y="105959"/>
                </a:lnTo>
                <a:lnTo>
                  <a:pt x="806639" y="138397"/>
                </a:lnTo>
                <a:lnTo>
                  <a:pt x="839077" y="174284"/>
                </a:lnTo>
                <a:lnTo>
                  <a:pt x="867189" y="212522"/>
                </a:lnTo>
                <a:lnTo>
                  <a:pt x="890977" y="252776"/>
                </a:lnTo>
                <a:lnTo>
                  <a:pt x="910439" y="294709"/>
                </a:lnTo>
                <a:lnTo>
                  <a:pt x="925576" y="337986"/>
                </a:lnTo>
                <a:lnTo>
                  <a:pt x="936389" y="382271"/>
                </a:lnTo>
                <a:lnTo>
                  <a:pt x="942876" y="427227"/>
                </a:lnTo>
                <a:lnTo>
                  <a:pt x="945039" y="472519"/>
                </a:lnTo>
                <a:lnTo>
                  <a:pt x="942876" y="517812"/>
                </a:lnTo>
                <a:lnTo>
                  <a:pt x="936389" y="562768"/>
                </a:lnTo>
                <a:lnTo>
                  <a:pt x="925576" y="607053"/>
                </a:lnTo>
                <a:lnTo>
                  <a:pt x="910439" y="650330"/>
                </a:lnTo>
                <a:lnTo>
                  <a:pt x="890977" y="692263"/>
                </a:lnTo>
                <a:lnTo>
                  <a:pt x="867189" y="732517"/>
                </a:lnTo>
                <a:lnTo>
                  <a:pt x="839077" y="770755"/>
                </a:lnTo>
                <a:lnTo>
                  <a:pt x="806640" y="8066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076998"/>
            <a:ext cx="3283323" cy="32100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205" rIns="0" bIns="0" rtlCol="0" vert="horz">
            <a:spAutoFit/>
          </a:bodyPr>
          <a:lstStyle/>
          <a:p>
            <a:pPr marL="3223895">
              <a:lnSpc>
                <a:spcPct val="100000"/>
              </a:lnSpc>
              <a:spcBef>
                <a:spcPts val="95"/>
              </a:spcBef>
            </a:pPr>
            <a:r>
              <a:rPr dirty="0" spc="250"/>
              <a:t>Our</a:t>
            </a:r>
            <a:r>
              <a:rPr dirty="0" spc="-70"/>
              <a:t> </a:t>
            </a:r>
            <a:r>
              <a:rPr dirty="0" spc="165"/>
              <a:t>Vision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589373" y="1665614"/>
            <a:ext cx="3813175" cy="8621395"/>
            <a:chOff x="14589373" y="1665614"/>
            <a:chExt cx="3813175" cy="86213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03683" y="1779879"/>
              <a:ext cx="3584317" cy="50590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703673" y="1779914"/>
              <a:ext cx="3584575" cy="5064760"/>
            </a:xfrm>
            <a:custGeom>
              <a:avLst/>
              <a:gdLst/>
              <a:ahLst/>
              <a:cxnLst/>
              <a:rect l="l" t="t" r="r" b="b"/>
              <a:pathLst>
                <a:path w="3584575" h="5064759">
                  <a:moveTo>
                    <a:pt x="3584326" y="5064239"/>
                  </a:moveTo>
                  <a:lnTo>
                    <a:pt x="276216" y="5064245"/>
                  </a:lnTo>
                  <a:lnTo>
                    <a:pt x="226566" y="5059790"/>
                  </a:lnTo>
                  <a:lnTo>
                    <a:pt x="179837" y="5046955"/>
                  </a:lnTo>
                  <a:lnTo>
                    <a:pt x="136809" y="5026522"/>
                  </a:lnTo>
                  <a:lnTo>
                    <a:pt x="98260" y="4999271"/>
                  </a:lnTo>
                  <a:lnTo>
                    <a:pt x="64969" y="4965982"/>
                  </a:lnTo>
                  <a:lnTo>
                    <a:pt x="37717" y="4927434"/>
                  </a:lnTo>
                  <a:lnTo>
                    <a:pt x="17283" y="4884404"/>
                  </a:lnTo>
                  <a:lnTo>
                    <a:pt x="4450" y="4837674"/>
                  </a:lnTo>
                  <a:lnTo>
                    <a:pt x="0" y="4788023"/>
                  </a:lnTo>
                  <a:lnTo>
                    <a:pt x="0" y="276216"/>
                  </a:lnTo>
                  <a:lnTo>
                    <a:pt x="4450" y="226566"/>
                  </a:lnTo>
                  <a:lnTo>
                    <a:pt x="17282" y="179836"/>
                  </a:lnTo>
                  <a:lnTo>
                    <a:pt x="37714" y="136806"/>
                  </a:lnTo>
                  <a:lnTo>
                    <a:pt x="64966" y="98257"/>
                  </a:lnTo>
                  <a:lnTo>
                    <a:pt x="98257" y="64967"/>
                  </a:lnTo>
                  <a:lnTo>
                    <a:pt x="136807" y="37716"/>
                  </a:lnTo>
                  <a:lnTo>
                    <a:pt x="179836" y="17284"/>
                  </a:lnTo>
                  <a:lnTo>
                    <a:pt x="226566" y="4450"/>
                  </a:lnTo>
                  <a:lnTo>
                    <a:pt x="276217" y="0"/>
                  </a:lnTo>
                  <a:lnTo>
                    <a:pt x="3584326" y="0"/>
                  </a:lnTo>
                </a:path>
              </a:pathLst>
            </a:custGeom>
            <a:ln w="228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15062" y="6844253"/>
              <a:ext cx="3172937" cy="34427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455057" y="9453966"/>
              <a:ext cx="833119" cy="833119"/>
            </a:xfrm>
            <a:custGeom>
              <a:avLst/>
              <a:gdLst/>
              <a:ahLst/>
              <a:cxnLst/>
              <a:rect l="l" t="t" r="r" b="b"/>
              <a:pathLst>
                <a:path w="833119" h="833120">
                  <a:moveTo>
                    <a:pt x="806635" y="806635"/>
                  </a:moveTo>
                  <a:lnTo>
                    <a:pt x="777434" y="833033"/>
                  </a:lnTo>
                  <a:lnTo>
                    <a:pt x="167597" y="833033"/>
                  </a:lnTo>
                  <a:lnTo>
                    <a:pt x="138394" y="806638"/>
                  </a:lnTo>
                  <a:lnTo>
                    <a:pt x="105958" y="770751"/>
                  </a:lnTo>
                  <a:lnTo>
                    <a:pt x="77846" y="732513"/>
                  </a:lnTo>
                  <a:lnTo>
                    <a:pt x="54060" y="692260"/>
                  </a:lnTo>
                  <a:lnTo>
                    <a:pt x="34598" y="650326"/>
                  </a:lnTo>
                  <a:lnTo>
                    <a:pt x="19461" y="607050"/>
                  </a:lnTo>
                  <a:lnTo>
                    <a:pt x="8649" y="562765"/>
                  </a:lnTo>
                  <a:lnTo>
                    <a:pt x="2162" y="517808"/>
                  </a:lnTo>
                  <a:lnTo>
                    <a:pt x="0" y="472516"/>
                  </a:lnTo>
                  <a:lnTo>
                    <a:pt x="2162" y="427223"/>
                  </a:lnTo>
                  <a:lnTo>
                    <a:pt x="8649" y="382267"/>
                  </a:lnTo>
                  <a:lnTo>
                    <a:pt x="19461" y="337982"/>
                  </a:lnTo>
                  <a:lnTo>
                    <a:pt x="34598" y="294705"/>
                  </a:lnTo>
                  <a:lnTo>
                    <a:pt x="54060" y="252772"/>
                  </a:lnTo>
                  <a:lnTo>
                    <a:pt x="77846" y="212518"/>
                  </a:lnTo>
                  <a:lnTo>
                    <a:pt x="105958" y="174280"/>
                  </a:lnTo>
                  <a:lnTo>
                    <a:pt x="138391" y="138391"/>
                  </a:lnTo>
                  <a:lnTo>
                    <a:pt x="174280" y="105958"/>
                  </a:lnTo>
                  <a:lnTo>
                    <a:pt x="212518" y="77846"/>
                  </a:lnTo>
                  <a:lnTo>
                    <a:pt x="252772" y="54060"/>
                  </a:lnTo>
                  <a:lnTo>
                    <a:pt x="294705" y="34598"/>
                  </a:lnTo>
                  <a:lnTo>
                    <a:pt x="337982" y="19461"/>
                  </a:lnTo>
                  <a:lnTo>
                    <a:pt x="382267" y="8649"/>
                  </a:lnTo>
                  <a:lnTo>
                    <a:pt x="427223" y="2162"/>
                  </a:lnTo>
                  <a:lnTo>
                    <a:pt x="472516" y="0"/>
                  </a:lnTo>
                  <a:lnTo>
                    <a:pt x="517808" y="2162"/>
                  </a:lnTo>
                  <a:lnTo>
                    <a:pt x="562765" y="8649"/>
                  </a:lnTo>
                  <a:lnTo>
                    <a:pt x="607050" y="19461"/>
                  </a:lnTo>
                  <a:lnTo>
                    <a:pt x="650326" y="34598"/>
                  </a:lnTo>
                  <a:lnTo>
                    <a:pt x="692260" y="54060"/>
                  </a:lnTo>
                  <a:lnTo>
                    <a:pt x="732513" y="77846"/>
                  </a:lnTo>
                  <a:lnTo>
                    <a:pt x="770751" y="105958"/>
                  </a:lnTo>
                  <a:lnTo>
                    <a:pt x="806638" y="138394"/>
                  </a:lnTo>
                  <a:lnTo>
                    <a:pt x="832942" y="167497"/>
                  </a:lnTo>
                  <a:lnTo>
                    <a:pt x="832942" y="777535"/>
                  </a:lnTo>
                  <a:lnTo>
                    <a:pt x="806635" y="806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844253"/>
            <a:ext cx="3463686" cy="344274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629831" y="2024045"/>
            <a:ext cx="6993890" cy="518795"/>
          </a:xfrm>
          <a:custGeom>
            <a:avLst/>
            <a:gdLst/>
            <a:ahLst/>
            <a:cxnLst/>
            <a:rect l="l" t="t" r="r" b="b"/>
            <a:pathLst>
              <a:path w="6993890" h="518794">
                <a:moveTo>
                  <a:pt x="6962180" y="518518"/>
                </a:moveTo>
                <a:lnTo>
                  <a:pt x="31110" y="518518"/>
                </a:lnTo>
                <a:lnTo>
                  <a:pt x="19000" y="516073"/>
                </a:lnTo>
                <a:lnTo>
                  <a:pt x="9111" y="509406"/>
                </a:lnTo>
                <a:lnTo>
                  <a:pt x="2444" y="499517"/>
                </a:lnTo>
                <a:lnTo>
                  <a:pt x="0" y="487407"/>
                </a:lnTo>
                <a:lnTo>
                  <a:pt x="0" y="31111"/>
                </a:lnTo>
                <a:lnTo>
                  <a:pt x="2444" y="19001"/>
                </a:lnTo>
                <a:lnTo>
                  <a:pt x="9111" y="9112"/>
                </a:lnTo>
                <a:lnTo>
                  <a:pt x="19000" y="2444"/>
                </a:lnTo>
                <a:lnTo>
                  <a:pt x="31110" y="0"/>
                </a:lnTo>
                <a:lnTo>
                  <a:pt x="6962180" y="0"/>
                </a:lnTo>
                <a:lnTo>
                  <a:pt x="6974286" y="2444"/>
                </a:lnTo>
                <a:lnTo>
                  <a:pt x="6984175" y="9112"/>
                </a:lnTo>
                <a:lnTo>
                  <a:pt x="6990843" y="19001"/>
                </a:lnTo>
                <a:lnTo>
                  <a:pt x="6993289" y="31111"/>
                </a:lnTo>
                <a:lnTo>
                  <a:pt x="6993289" y="487407"/>
                </a:lnTo>
                <a:lnTo>
                  <a:pt x="6990843" y="499517"/>
                </a:lnTo>
                <a:lnTo>
                  <a:pt x="6984175" y="509406"/>
                </a:lnTo>
                <a:lnTo>
                  <a:pt x="6974286" y="516073"/>
                </a:lnTo>
                <a:lnTo>
                  <a:pt x="6962180" y="5185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755" rIns="0" bIns="0" rtlCol="0" vert="horz">
            <a:spAutoFit/>
          </a:bodyPr>
          <a:lstStyle/>
          <a:p>
            <a:pPr marL="2637790">
              <a:lnSpc>
                <a:spcPct val="100000"/>
              </a:lnSpc>
              <a:spcBef>
                <a:spcPts val="740"/>
              </a:spcBef>
            </a:pPr>
            <a:r>
              <a:rPr dirty="0" spc="210"/>
              <a:t>The</a:t>
            </a:r>
            <a:r>
              <a:rPr dirty="0" spc="-65"/>
              <a:t> </a:t>
            </a:r>
            <a:r>
              <a:rPr dirty="0" spc="130"/>
              <a:t>Solution</a:t>
            </a:r>
          </a:p>
          <a:p>
            <a:pPr marL="2265045">
              <a:lnSpc>
                <a:spcPct val="100000"/>
              </a:lnSpc>
              <a:spcBef>
                <a:spcPts val="254"/>
              </a:spcBef>
            </a:pPr>
            <a:r>
              <a:rPr dirty="0" sz="2500" spc="204">
                <a:solidFill>
                  <a:srgbClr val="051D53"/>
                </a:solidFill>
              </a:rPr>
              <a:t>A</a:t>
            </a:r>
            <a:r>
              <a:rPr dirty="0" sz="2500" spc="-5">
                <a:solidFill>
                  <a:srgbClr val="051D53"/>
                </a:solidFill>
              </a:rPr>
              <a:t> </a:t>
            </a:r>
            <a:r>
              <a:rPr dirty="0" sz="2500" spc="100">
                <a:solidFill>
                  <a:srgbClr val="051D53"/>
                </a:solidFill>
              </a:rPr>
              <a:t>Unified</a:t>
            </a:r>
            <a:r>
              <a:rPr dirty="0" sz="2500" spc="-5">
                <a:solidFill>
                  <a:srgbClr val="051D53"/>
                </a:solidFill>
              </a:rPr>
              <a:t> </a:t>
            </a:r>
            <a:r>
              <a:rPr dirty="0" sz="2500" spc="60">
                <a:solidFill>
                  <a:srgbClr val="051D53"/>
                </a:solidFill>
              </a:rPr>
              <a:t>Digital</a:t>
            </a:r>
            <a:r>
              <a:rPr dirty="0" sz="2500">
                <a:solidFill>
                  <a:srgbClr val="051D53"/>
                </a:solidFill>
              </a:rPr>
              <a:t> </a:t>
            </a:r>
            <a:r>
              <a:rPr dirty="0" sz="2500" spc="110">
                <a:solidFill>
                  <a:srgbClr val="051D53"/>
                </a:solidFill>
              </a:rPr>
              <a:t>Community</a:t>
            </a:r>
            <a:r>
              <a:rPr dirty="0" sz="2500">
                <a:solidFill>
                  <a:srgbClr val="051D53"/>
                </a:solidFill>
              </a:rPr>
              <a:t> </a:t>
            </a:r>
            <a:r>
              <a:rPr dirty="0" sz="2500" spc="75">
                <a:solidFill>
                  <a:srgbClr val="051D53"/>
                </a:solidFill>
              </a:rPr>
              <a:t>Ecosystem</a:t>
            </a:r>
            <a:endParaRPr sz="2500"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6505" y="7817540"/>
            <a:ext cx="3331494" cy="246944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34112" y="2196190"/>
            <a:ext cx="945515" cy="945515"/>
          </a:xfrm>
          <a:custGeom>
            <a:avLst/>
            <a:gdLst/>
            <a:ahLst/>
            <a:cxnLst/>
            <a:rect l="l" t="t" r="r" b="b"/>
            <a:pathLst>
              <a:path w="945515" h="945514">
                <a:moveTo>
                  <a:pt x="806640" y="806643"/>
                </a:moveTo>
                <a:lnTo>
                  <a:pt x="770753" y="839078"/>
                </a:lnTo>
                <a:lnTo>
                  <a:pt x="732515" y="867188"/>
                </a:lnTo>
                <a:lnTo>
                  <a:pt x="692261" y="890974"/>
                </a:lnTo>
                <a:lnTo>
                  <a:pt x="650328" y="910435"/>
                </a:lnTo>
                <a:lnTo>
                  <a:pt x="607052" y="925572"/>
                </a:lnTo>
                <a:lnTo>
                  <a:pt x="562767" y="936383"/>
                </a:lnTo>
                <a:lnTo>
                  <a:pt x="517811" y="942870"/>
                </a:lnTo>
                <a:lnTo>
                  <a:pt x="472519" y="945033"/>
                </a:lnTo>
                <a:lnTo>
                  <a:pt x="427227" y="942870"/>
                </a:lnTo>
                <a:lnTo>
                  <a:pt x="382271" y="936383"/>
                </a:lnTo>
                <a:lnTo>
                  <a:pt x="337986" y="925572"/>
                </a:lnTo>
                <a:lnTo>
                  <a:pt x="294709" y="910435"/>
                </a:lnTo>
                <a:lnTo>
                  <a:pt x="252776" y="890974"/>
                </a:lnTo>
                <a:lnTo>
                  <a:pt x="212522" y="867188"/>
                </a:lnTo>
                <a:lnTo>
                  <a:pt x="174284" y="839078"/>
                </a:lnTo>
                <a:lnTo>
                  <a:pt x="138396" y="806643"/>
                </a:lnTo>
                <a:lnTo>
                  <a:pt x="105959" y="770755"/>
                </a:lnTo>
                <a:lnTo>
                  <a:pt x="77848" y="732517"/>
                </a:lnTo>
                <a:lnTo>
                  <a:pt x="54061" y="692263"/>
                </a:lnTo>
                <a:lnTo>
                  <a:pt x="34599" y="650330"/>
                </a:lnTo>
                <a:lnTo>
                  <a:pt x="19462" y="607053"/>
                </a:lnTo>
                <a:lnTo>
                  <a:pt x="8649" y="562768"/>
                </a:lnTo>
                <a:lnTo>
                  <a:pt x="2162" y="517812"/>
                </a:lnTo>
                <a:lnTo>
                  <a:pt x="0" y="472519"/>
                </a:lnTo>
                <a:lnTo>
                  <a:pt x="2162" y="427227"/>
                </a:lnTo>
                <a:lnTo>
                  <a:pt x="8649" y="382271"/>
                </a:lnTo>
                <a:lnTo>
                  <a:pt x="19462" y="337986"/>
                </a:lnTo>
                <a:lnTo>
                  <a:pt x="34599" y="294709"/>
                </a:lnTo>
                <a:lnTo>
                  <a:pt x="54061" y="252776"/>
                </a:lnTo>
                <a:lnTo>
                  <a:pt x="77848" y="212522"/>
                </a:lnTo>
                <a:lnTo>
                  <a:pt x="105959" y="174284"/>
                </a:lnTo>
                <a:lnTo>
                  <a:pt x="138398" y="138398"/>
                </a:lnTo>
                <a:lnTo>
                  <a:pt x="174284" y="105959"/>
                </a:lnTo>
                <a:lnTo>
                  <a:pt x="212522" y="77848"/>
                </a:lnTo>
                <a:lnTo>
                  <a:pt x="252776" y="54061"/>
                </a:lnTo>
                <a:lnTo>
                  <a:pt x="294709" y="34599"/>
                </a:lnTo>
                <a:lnTo>
                  <a:pt x="337986" y="19462"/>
                </a:lnTo>
                <a:lnTo>
                  <a:pt x="382271" y="8649"/>
                </a:lnTo>
                <a:lnTo>
                  <a:pt x="427227" y="2162"/>
                </a:lnTo>
                <a:lnTo>
                  <a:pt x="472519" y="0"/>
                </a:lnTo>
                <a:lnTo>
                  <a:pt x="517811" y="2162"/>
                </a:lnTo>
                <a:lnTo>
                  <a:pt x="562767" y="8649"/>
                </a:lnTo>
                <a:lnTo>
                  <a:pt x="607052" y="19462"/>
                </a:lnTo>
                <a:lnTo>
                  <a:pt x="650328" y="34599"/>
                </a:lnTo>
                <a:lnTo>
                  <a:pt x="692261" y="54061"/>
                </a:lnTo>
                <a:lnTo>
                  <a:pt x="732515" y="77848"/>
                </a:lnTo>
                <a:lnTo>
                  <a:pt x="770753" y="105959"/>
                </a:lnTo>
                <a:lnTo>
                  <a:pt x="806639" y="138397"/>
                </a:lnTo>
                <a:lnTo>
                  <a:pt x="839077" y="174284"/>
                </a:lnTo>
                <a:lnTo>
                  <a:pt x="867189" y="212522"/>
                </a:lnTo>
                <a:lnTo>
                  <a:pt x="890977" y="252776"/>
                </a:lnTo>
                <a:lnTo>
                  <a:pt x="910439" y="294709"/>
                </a:lnTo>
                <a:lnTo>
                  <a:pt x="925576" y="337986"/>
                </a:lnTo>
                <a:lnTo>
                  <a:pt x="936389" y="382271"/>
                </a:lnTo>
                <a:lnTo>
                  <a:pt x="942876" y="427227"/>
                </a:lnTo>
                <a:lnTo>
                  <a:pt x="945039" y="472519"/>
                </a:lnTo>
                <a:lnTo>
                  <a:pt x="942876" y="517812"/>
                </a:lnTo>
                <a:lnTo>
                  <a:pt x="936389" y="562768"/>
                </a:lnTo>
                <a:lnTo>
                  <a:pt x="925576" y="607053"/>
                </a:lnTo>
                <a:lnTo>
                  <a:pt x="910439" y="650330"/>
                </a:lnTo>
                <a:lnTo>
                  <a:pt x="890977" y="692263"/>
                </a:lnTo>
                <a:lnTo>
                  <a:pt x="867189" y="732517"/>
                </a:lnTo>
                <a:lnTo>
                  <a:pt x="839077" y="770755"/>
                </a:lnTo>
                <a:lnTo>
                  <a:pt x="806640" y="8066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87556"/>
            <a:ext cx="3968246" cy="669944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2306" rIns="0" bIns="0" rtlCol="0" vert="horz">
            <a:spAutoFit/>
          </a:bodyPr>
          <a:lstStyle/>
          <a:p>
            <a:pPr marL="2336165">
              <a:lnSpc>
                <a:spcPct val="100000"/>
              </a:lnSpc>
              <a:spcBef>
                <a:spcPts val="95"/>
              </a:spcBef>
            </a:pPr>
            <a:r>
              <a:rPr dirty="0" spc="225"/>
              <a:t>How</a:t>
            </a:r>
            <a:r>
              <a:rPr dirty="0" spc="-75"/>
              <a:t> </a:t>
            </a:r>
            <a:r>
              <a:rPr dirty="0" spc="-505"/>
              <a:t>It</a:t>
            </a:r>
            <a:r>
              <a:rPr dirty="0" spc="-70"/>
              <a:t> </a:t>
            </a:r>
            <a:r>
              <a:rPr dirty="0" spc="175"/>
              <a:t>Works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868411"/>
            <a:ext cx="3091342" cy="241858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095" rIns="0" bIns="0" rtlCol="0" vert="horz">
            <a:spAutoFit/>
          </a:bodyPr>
          <a:lstStyle/>
          <a:p>
            <a:pPr marL="1946275">
              <a:lnSpc>
                <a:spcPct val="100000"/>
              </a:lnSpc>
              <a:spcBef>
                <a:spcPts val="110"/>
              </a:spcBef>
            </a:pPr>
            <a:r>
              <a:rPr dirty="0" sz="5850" spc="175"/>
              <a:t>The</a:t>
            </a:r>
            <a:r>
              <a:rPr dirty="0" sz="5850" spc="-55"/>
              <a:t> </a:t>
            </a:r>
            <a:r>
              <a:rPr dirty="0" sz="5850" spc="155"/>
              <a:t>Core</a:t>
            </a:r>
            <a:r>
              <a:rPr dirty="0" sz="5850" spc="-55"/>
              <a:t> </a:t>
            </a:r>
            <a:r>
              <a:rPr dirty="0" sz="5850" spc="120"/>
              <a:t>Features</a:t>
            </a:r>
            <a:endParaRPr sz="58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4988052" y="7868442"/>
            <a:ext cx="3300095" cy="2418715"/>
            <a:chOff x="14988052" y="7868442"/>
            <a:chExt cx="3300095" cy="241871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88052" y="7868442"/>
              <a:ext cx="3299947" cy="24185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455057" y="9453966"/>
              <a:ext cx="833119" cy="833119"/>
            </a:xfrm>
            <a:custGeom>
              <a:avLst/>
              <a:gdLst/>
              <a:ahLst/>
              <a:cxnLst/>
              <a:rect l="l" t="t" r="r" b="b"/>
              <a:pathLst>
                <a:path w="833119" h="833120">
                  <a:moveTo>
                    <a:pt x="806635" y="806635"/>
                  </a:moveTo>
                  <a:lnTo>
                    <a:pt x="777434" y="833033"/>
                  </a:lnTo>
                  <a:lnTo>
                    <a:pt x="167597" y="833033"/>
                  </a:lnTo>
                  <a:lnTo>
                    <a:pt x="138394" y="806638"/>
                  </a:lnTo>
                  <a:lnTo>
                    <a:pt x="105958" y="770751"/>
                  </a:lnTo>
                  <a:lnTo>
                    <a:pt x="77846" y="732513"/>
                  </a:lnTo>
                  <a:lnTo>
                    <a:pt x="54060" y="692260"/>
                  </a:lnTo>
                  <a:lnTo>
                    <a:pt x="34598" y="650326"/>
                  </a:lnTo>
                  <a:lnTo>
                    <a:pt x="19461" y="607050"/>
                  </a:lnTo>
                  <a:lnTo>
                    <a:pt x="8649" y="562765"/>
                  </a:lnTo>
                  <a:lnTo>
                    <a:pt x="2162" y="517808"/>
                  </a:lnTo>
                  <a:lnTo>
                    <a:pt x="0" y="472516"/>
                  </a:lnTo>
                  <a:lnTo>
                    <a:pt x="2162" y="427223"/>
                  </a:lnTo>
                  <a:lnTo>
                    <a:pt x="8649" y="382267"/>
                  </a:lnTo>
                  <a:lnTo>
                    <a:pt x="19461" y="337982"/>
                  </a:lnTo>
                  <a:lnTo>
                    <a:pt x="34598" y="294705"/>
                  </a:lnTo>
                  <a:lnTo>
                    <a:pt x="54060" y="252772"/>
                  </a:lnTo>
                  <a:lnTo>
                    <a:pt x="77846" y="212518"/>
                  </a:lnTo>
                  <a:lnTo>
                    <a:pt x="105958" y="174280"/>
                  </a:lnTo>
                  <a:lnTo>
                    <a:pt x="138391" y="138391"/>
                  </a:lnTo>
                  <a:lnTo>
                    <a:pt x="174280" y="105958"/>
                  </a:lnTo>
                  <a:lnTo>
                    <a:pt x="212518" y="77846"/>
                  </a:lnTo>
                  <a:lnTo>
                    <a:pt x="252772" y="54060"/>
                  </a:lnTo>
                  <a:lnTo>
                    <a:pt x="294705" y="34598"/>
                  </a:lnTo>
                  <a:lnTo>
                    <a:pt x="337982" y="19461"/>
                  </a:lnTo>
                  <a:lnTo>
                    <a:pt x="382267" y="8649"/>
                  </a:lnTo>
                  <a:lnTo>
                    <a:pt x="427223" y="2162"/>
                  </a:lnTo>
                  <a:lnTo>
                    <a:pt x="472516" y="0"/>
                  </a:lnTo>
                  <a:lnTo>
                    <a:pt x="517808" y="2162"/>
                  </a:lnTo>
                  <a:lnTo>
                    <a:pt x="562765" y="8649"/>
                  </a:lnTo>
                  <a:lnTo>
                    <a:pt x="607050" y="19461"/>
                  </a:lnTo>
                  <a:lnTo>
                    <a:pt x="650326" y="34598"/>
                  </a:lnTo>
                  <a:lnTo>
                    <a:pt x="692260" y="54060"/>
                  </a:lnTo>
                  <a:lnTo>
                    <a:pt x="732513" y="77846"/>
                  </a:lnTo>
                  <a:lnTo>
                    <a:pt x="770751" y="105958"/>
                  </a:lnTo>
                  <a:lnTo>
                    <a:pt x="806638" y="138394"/>
                  </a:lnTo>
                  <a:lnTo>
                    <a:pt x="832942" y="167497"/>
                  </a:lnTo>
                  <a:lnTo>
                    <a:pt x="832942" y="777535"/>
                  </a:lnTo>
                  <a:lnTo>
                    <a:pt x="806635" y="806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3573" y="7502103"/>
            <a:ext cx="3074425" cy="27848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5165"/>
            <a:ext cx="1787697" cy="379183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598618" y="1721030"/>
            <a:ext cx="3478529" cy="406400"/>
          </a:xfrm>
          <a:custGeom>
            <a:avLst/>
            <a:gdLst/>
            <a:ahLst/>
            <a:cxnLst/>
            <a:rect l="l" t="t" r="r" b="b"/>
            <a:pathLst>
              <a:path w="3478529" h="406400">
                <a:moveTo>
                  <a:pt x="3454028" y="406296"/>
                </a:moveTo>
                <a:lnTo>
                  <a:pt x="24377" y="406296"/>
                </a:lnTo>
                <a:lnTo>
                  <a:pt x="14888" y="404380"/>
                </a:lnTo>
                <a:lnTo>
                  <a:pt x="7140" y="399156"/>
                </a:lnTo>
                <a:lnTo>
                  <a:pt x="1915" y="391407"/>
                </a:lnTo>
                <a:lnTo>
                  <a:pt x="0" y="381918"/>
                </a:lnTo>
                <a:lnTo>
                  <a:pt x="0" y="24377"/>
                </a:lnTo>
                <a:lnTo>
                  <a:pt x="1915" y="14888"/>
                </a:lnTo>
                <a:lnTo>
                  <a:pt x="7140" y="7140"/>
                </a:lnTo>
                <a:lnTo>
                  <a:pt x="14888" y="1915"/>
                </a:lnTo>
                <a:lnTo>
                  <a:pt x="24377" y="0"/>
                </a:lnTo>
                <a:lnTo>
                  <a:pt x="3454028" y="0"/>
                </a:lnTo>
                <a:lnTo>
                  <a:pt x="3463518" y="1915"/>
                </a:lnTo>
                <a:lnTo>
                  <a:pt x="3471267" y="7140"/>
                </a:lnTo>
                <a:lnTo>
                  <a:pt x="3476491" y="14888"/>
                </a:lnTo>
                <a:lnTo>
                  <a:pt x="3478407" y="24377"/>
                </a:lnTo>
                <a:lnTo>
                  <a:pt x="3478407" y="381918"/>
                </a:lnTo>
                <a:lnTo>
                  <a:pt x="3476491" y="391407"/>
                </a:lnTo>
                <a:lnTo>
                  <a:pt x="3471267" y="399156"/>
                </a:lnTo>
                <a:lnTo>
                  <a:pt x="3463518" y="404380"/>
                </a:lnTo>
                <a:lnTo>
                  <a:pt x="3454028" y="4062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874054" y="987615"/>
            <a:ext cx="7461250" cy="10858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950" spc="105"/>
              <a:t>Technical</a:t>
            </a:r>
            <a:r>
              <a:rPr dirty="0" sz="4950" spc="-15"/>
              <a:t> </a:t>
            </a:r>
            <a:r>
              <a:rPr dirty="0" sz="4950" spc="130"/>
              <a:t>Architecture</a:t>
            </a:r>
            <a:endParaRPr sz="4950"/>
          </a:p>
          <a:p>
            <a:pPr algn="ctr" marR="525145">
              <a:lnSpc>
                <a:spcPct val="100000"/>
              </a:lnSpc>
              <a:spcBef>
                <a:spcPts val="70"/>
              </a:spcBef>
            </a:pPr>
            <a:r>
              <a:rPr dirty="0" sz="1950" spc="55">
                <a:solidFill>
                  <a:srgbClr val="051D53"/>
                </a:solidFill>
              </a:rPr>
              <a:t>System</a:t>
            </a:r>
            <a:r>
              <a:rPr dirty="0" sz="1950" spc="5">
                <a:solidFill>
                  <a:srgbClr val="051D53"/>
                </a:solidFill>
              </a:rPr>
              <a:t> </a:t>
            </a:r>
            <a:r>
              <a:rPr dirty="0" sz="1950" spc="80">
                <a:solidFill>
                  <a:srgbClr val="051D53"/>
                </a:solidFill>
              </a:rPr>
              <a:t>Design</a:t>
            </a:r>
            <a:r>
              <a:rPr dirty="0" sz="1950" spc="10">
                <a:solidFill>
                  <a:srgbClr val="051D53"/>
                </a:solidFill>
              </a:rPr>
              <a:t> </a:t>
            </a:r>
            <a:r>
              <a:rPr dirty="0" sz="1950" spc="50">
                <a:solidFill>
                  <a:srgbClr val="051D53"/>
                </a:solidFill>
              </a:rPr>
              <a:t>Overview</a:t>
            </a:r>
            <a:endParaRPr sz="195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93281" y="2270607"/>
            <a:ext cx="1694727" cy="42481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560399"/>
            <a:ext cx="2367232" cy="172660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653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360"/>
              <a:t>What</a:t>
            </a:r>
            <a:r>
              <a:rPr dirty="0" spc="-70"/>
              <a:t> </a:t>
            </a:r>
            <a:r>
              <a:rPr dirty="0" spc="210"/>
              <a:t>Makes</a:t>
            </a:r>
            <a:r>
              <a:rPr dirty="0" spc="-70"/>
              <a:t> </a:t>
            </a:r>
            <a:r>
              <a:rPr dirty="0" spc="-505"/>
              <a:t>It</a:t>
            </a:r>
            <a:r>
              <a:rPr dirty="0" spc="-65"/>
              <a:t> </a:t>
            </a:r>
            <a:r>
              <a:rPr dirty="0" spc="135"/>
              <a:t>Different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991532"/>
            <a:ext cx="3662537" cy="32954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02818" y="2714774"/>
            <a:ext cx="2385181" cy="6276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8284" rIns="0" bIns="0" rtlCol="0" vert="horz">
            <a:spAutoFit/>
          </a:bodyPr>
          <a:lstStyle/>
          <a:p>
            <a:pPr marL="3378835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Impact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30376" y="1396166"/>
            <a:ext cx="4157623" cy="444815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5751" y="2855250"/>
            <a:ext cx="945515" cy="945515"/>
          </a:xfrm>
          <a:custGeom>
            <a:avLst/>
            <a:gdLst/>
            <a:ahLst/>
            <a:cxnLst/>
            <a:rect l="l" t="t" r="r" b="b"/>
            <a:pathLst>
              <a:path w="945515" h="945514">
                <a:moveTo>
                  <a:pt x="806638" y="806643"/>
                </a:moveTo>
                <a:lnTo>
                  <a:pt x="770754" y="839082"/>
                </a:lnTo>
                <a:lnTo>
                  <a:pt x="732516" y="867193"/>
                </a:lnTo>
                <a:lnTo>
                  <a:pt x="692262" y="890980"/>
                </a:lnTo>
                <a:lnTo>
                  <a:pt x="650329" y="910442"/>
                </a:lnTo>
                <a:lnTo>
                  <a:pt x="607053" y="925578"/>
                </a:lnTo>
                <a:lnTo>
                  <a:pt x="562768" y="936391"/>
                </a:lnTo>
                <a:lnTo>
                  <a:pt x="517812" y="942878"/>
                </a:lnTo>
                <a:lnTo>
                  <a:pt x="472520" y="945040"/>
                </a:lnTo>
                <a:lnTo>
                  <a:pt x="427228" y="942878"/>
                </a:lnTo>
                <a:lnTo>
                  <a:pt x="382272" y="936391"/>
                </a:lnTo>
                <a:lnTo>
                  <a:pt x="337987" y="925578"/>
                </a:lnTo>
                <a:lnTo>
                  <a:pt x="294710" y="910442"/>
                </a:lnTo>
                <a:lnTo>
                  <a:pt x="252777" y="890980"/>
                </a:lnTo>
                <a:lnTo>
                  <a:pt x="212523" y="867193"/>
                </a:lnTo>
                <a:lnTo>
                  <a:pt x="174285" y="839082"/>
                </a:lnTo>
                <a:lnTo>
                  <a:pt x="138400" y="806643"/>
                </a:lnTo>
                <a:lnTo>
                  <a:pt x="105960" y="770759"/>
                </a:lnTo>
                <a:lnTo>
                  <a:pt x="77848" y="732522"/>
                </a:lnTo>
                <a:lnTo>
                  <a:pt x="54061" y="692268"/>
                </a:lnTo>
                <a:lnTo>
                  <a:pt x="34599" y="650335"/>
                </a:lnTo>
                <a:lnTo>
                  <a:pt x="19462" y="607058"/>
                </a:lnTo>
                <a:lnTo>
                  <a:pt x="8649" y="562773"/>
                </a:lnTo>
                <a:lnTo>
                  <a:pt x="2162" y="517816"/>
                </a:lnTo>
                <a:lnTo>
                  <a:pt x="0" y="472523"/>
                </a:lnTo>
                <a:lnTo>
                  <a:pt x="2162" y="427230"/>
                </a:lnTo>
                <a:lnTo>
                  <a:pt x="8649" y="382273"/>
                </a:lnTo>
                <a:lnTo>
                  <a:pt x="19462" y="337988"/>
                </a:lnTo>
                <a:lnTo>
                  <a:pt x="34599" y="294711"/>
                </a:lnTo>
                <a:lnTo>
                  <a:pt x="54061" y="252777"/>
                </a:lnTo>
                <a:lnTo>
                  <a:pt x="77848" y="212522"/>
                </a:lnTo>
                <a:lnTo>
                  <a:pt x="105960" y="174284"/>
                </a:lnTo>
                <a:lnTo>
                  <a:pt x="138397" y="138396"/>
                </a:lnTo>
                <a:lnTo>
                  <a:pt x="174285" y="105959"/>
                </a:lnTo>
                <a:lnTo>
                  <a:pt x="212523" y="77848"/>
                </a:lnTo>
                <a:lnTo>
                  <a:pt x="252777" y="54061"/>
                </a:lnTo>
                <a:lnTo>
                  <a:pt x="294710" y="34599"/>
                </a:lnTo>
                <a:lnTo>
                  <a:pt x="337987" y="19462"/>
                </a:lnTo>
                <a:lnTo>
                  <a:pt x="382272" y="8649"/>
                </a:lnTo>
                <a:lnTo>
                  <a:pt x="427228" y="2162"/>
                </a:lnTo>
                <a:lnTo>
                  <a:pt x="472520" y="0"/>
                </a:lnTo>
                <a:lnTo>
                  <a:pt x="517812" y="2162"/>
                </a:lnTo>
                <a:lnTo>
                  <a:pt x="562768" y="8649"/>
                </a:lnTo>
                <a:lnTo>
                  <a:pt x="607053" y="19462"/>
                </a:lnTo>
                <a:lnTo>
                  <a:pt x="650329" y="34599"/>
                </a:lnTo>
                <a:lnTo>
                  <a:pt x="692262" y="54061"/>
                </a:lnTo>
                <a:lnTo>
                  <a:pt x="732516" y="77848"/>
                </a:lnTo>
                <a:lnTo>
                  <a:pt x="770754" y="105959"/>
                </a:lnTo>
                <a:lnTo>
                  <a:pt x="806641" y="138396"/>
                </a:lnTo>
                <a:lnTo>
                  <a:pt x="839078" y="174284"/>
                </a:lnTo>
                <a:lnTo>
                  <a:pt x="867190" y="212522"/>
                </a:lnTo>
                <a:lnTo>
                  <a:pt x="890978" y="252777"/>
                </a:lnTo>
                <a:lnTo>
                  <a:pt x="910440" y="294711"/>
                </a:lnTo>
                <a:lnTo>
                  <a:pt x="925577" y="337988"/>
                </a:lnTo>
                <a:lnTo>
                  <a:pt x="936390" y="382273"/>
                </a:lnTo>
                <a:lnTo>
                  <a:pt x="942877" y="427230"/>
                </a:lnTo>
                <a:lnTo>
                  <a:pt x="945040" y="472523"/>
                </a:lnTo>
                <a:lnTo>
                  <a:pt x="942877" y="517816"/>
                </a:lnTo>
                <a:lnTo>
                  <a:pt x="936390" y="562773"/>
                </a:lnTo>
                <a:lnTo>
                  <a:pt x="925577" y="607058"/>
                </a:lnTo>
                <a:lnTo>
                  <a:pt x="910440" y="650335"/>
                </a:lnTo>
                <a:lnTo>
                  <a:pt x="890978" y="692268"/>
                </a:lnTo>
                <a:lnTo>
                  <a:pt x="867190" y="732522"/>
                </a:lnTo>
                <a:lnTo>
                  <a:pt x="839078" y="770759"/>
                </a:lnTo>
                <a:lnTo>
                  <a:pt x="806638" y="8066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049779"/>
            <a:ext cx="4248454" cy="323721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671" rIns="0" bIns="0" rtlCol="0" vert="horz">
            <a:spAutoFit/>
          </a:bodyPr>
          <a:lstStyle/>
          <a:p>
            <a:pPr marL="1410970">
              <a:lnSpc>
                <a:spcPct val="100000"/>
              </a:lnSpc>
              <a:spcBef>
                <a:spcPts val="95"/>
              </a:spcBef>
            </a:pPr>
            <a:r>
              <a:rPr dirty="0" spc="270"/>
              <a:t>Product</a:t>
            </a:r>
            <a:r>
              <a:rPr dirty="0" spc="-65"/>
              <a:t> </a:t>
            </a:r>
            <a:r>
              <a:rPr dirty="0" spc="260"/>
              <a:t>Roadmap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890" rIns="0" bIns="0" rtlCol="0" vert="horz">
            <a:spAutoFit/>
          </a:bodyPr>
          <a:lstStyle/>
          <a:p>
            <a:pPr marL="1884045">
              <a:lnSpc>
                <a:spcPct val="100000"/>
              </a:lnSpc>
              <a:spcBef>
                <a:spcPts val="1070"/>
              </a:spcBef>
            </a:pPr>
            <a:r>
              <a:rPr dirty="0" spc="270"/>
              <a:t>Product</a:t>
            </a:r>
            <a:r>
              <a:rPr dirty="0" spc="-70"/>
              <a:t> </a:t>
            </a:r>
            <a:r>
              <a:rPr dirty="0" spc="-1335"/>
              <a:t>/</a:t>
            </a:r>
            <a:r>
              <a:rPr dirty="0" spc="-65"/>
              <a:t> </a:t>
            </a:r>
            <a:r>
              <a:rPr dirty="0" spc="370"/>
              <a:t>Demo</a:t>
            </a:r>
          </a:p>
          <a:p>
            <a:pPr algn="ctr" marR="342265">
              <a:lnSpc>
                <a:spcPct val="100000"/>
              </a:lnSpc>
              <a:spcBef>
                <a:spcPts val="285"/>
              </a:spcBef>
            </a:pPr>
            <a:r>
              <a:rPr dirty="0" sz="1950">
                <a:solidFill>
                  <a:srgbClr val="051D53"/>
                </a:solidFill>
              </a:rPr>
              <a:t>Key</a:t>
            </a:r>
            <a:r>
              <a:rPr dirty="0" sz="1950" spc="35">
                <a:solidFill>
                  <a:srgbClr val="051D53"/>
                </a:solidFill>
              </a:rPr>
              <a:t> </a:t>
            </a:r>
            <a:r>
              <a:rPr dirty="0" sz="1950" spc="50">
                <a:solidFill>
                  <a:srgbClr val="051D53"/>
                </a:solidFill>
              </a:rPr>
              <a:t>Screens</a:t>
            </a:r>
            <a:r>
              <a:rPr dirty="0" sz="1950" spc="40">
                <a:solidFill>
                  <a:srgbClr val="051D53"/>
                </a:solidFill>
              </a:rPr>
              <a:t> </a:t>
            </a:r>
            <a:r>
              <a:rPr dirty="0" sz="1950">
                <a:solidFill>
                  <a:srgbClr val="051D53"/>
                </a:solidFill>
              </a:rPr>
              <a:t>&amp;</a:t>
            </a:r>
            <a:r>
              <a:rPr dirty="0" sz="1950" spc="35">
                <a:solidFill>
                  <a:srgbClr val="051D53"/>
                </a:solidFill>
              </a:rPr>
              <a:t> </a:t>
            </a:r>
            <a:r>
              <a:rPr dirty="0" sz="1950">
                <a:solidFill>
                  <a:srgbClr val="051D53"/>
                </a:solidFill>
              </a:rPr>
              <a:t>User</a:t>
            </a:r>
            <a:r>
              <a:rPr dirty="0" sz="1950" spc="40">
                <a:solidFill>
                  <a:srgbClr val="051D53"/>
                </a:solidFill>
              </a:rPr>
              <a:t> Flows</a:t>
            </a:r>
            <a:endParaRPr sz="19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90"/>
              <a:t>OPTIONAL</a:t>
            </a:r>
          </a:p>
          <a:p>
            <a:pPr marL="1889760" marR="5080" indent="-1680210">
              <a:lnSpc>
                <a:spcPct val="116300"/>
              </a:lnSpc>
              <a:spcBef>
                <a:spcPts val="3504"/>
              </a:spcBef>
            </a:pPr>
            <a:r>
              <a:rPr dirty="0" sz="5000" spc="-405"/>
              <a:t>IF</a:t>
            </a:r>
            <a:r>
              <a:rPr dirty="0" sz="5000" spc="-475"/>
              <a:t> </a:t>
            </a:r>
            <a:r>
              <a:rPr dirty="0" sz="5000" spc="-540"/>
              <a:t>YOU</a:t>
            </a:r>
            <a:r>
              <a:rPr dirty="0" sz="5000" spc="-470"/>
              <a:t> </a:t>
            </a:r>
            <a:r>
              <a:rPr dirty="0" sz="5000" spc="-335"/>
              <a:t>DONT</a:t>
            </a:r>
            <a:r>
              <a:rPr dirty="0" sz="5000" spc="-470"/>
              <a:t> </a:t>
            </a:r>
            <a:r>
              <a:rPr dirty="0" sz="5000" spc="-445"/>
              <a:t>REQUIRED</a:t>
            </a:r>
            <a:r>
              <a:rPr dirty="0" sz="5000" spc="-475"/>
              <a:t> </a:t>
            </a:r>
            <a:r>
              <a:rPr dirty="0" sz="5000" spc="-500"/>
              <a:t>PLEAS </a:t>
            </a:r>
            <a:r>
              <a:rPr dirty="0" sz="5000" spc="-470"/>
              <a:t>REMOVE THIS </a:t>
            </a:r>
            <a:r>
              <a:rPr dirty="0" sz="5000" spc="-425"/>
              <a:t>SLIDE</a:t>
            </a:r>
            <a:endParaRPr sz="5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20239"/>
            <a:ext cx="3314456" cy="362679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62804"/>
            <a:ext cx="18288000" cy="10024745"/>
            <a:chOff x="0" y="262804"/>
            <a:chExt cx="18288000" cy="100247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3803" y="7541422"/>
              <a:ext cx="4019549" cy="27455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95621" y="1744370"/>
              <a:ext cx="3092378" cy="85426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48996" y="262804"/>
              <a:ext cx="5929426" cy="19739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8465910"/>
              <a:ext cx="2196826" cy="18192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9957" y="7999688"/>
              <a:ext cx="5867396" cy="22873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94908" y="7755392"/>
              <a:ext cx="4124309" cy="25316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20921" y="7461503"/>
              <a:ext cx="3495689" cy="2825505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091103" y="2364616"/>
            <a:ext cx="5626735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65"/>
              <a:t>THANK</a:t>
            </a:r>
            <a:r>
              <a:rPr dirty="0" spc="-65"/>
              <a:t> </a:t>
            </a:r>
            <a:r>
              <a:rPr dirty="0" spc="165"/>
              <a:t>YOU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0" y="217447"/>
            <a:ext cx="2552700" cy="6105525"/>
            <a:chOff x="0" y="217447"/>
            <a:chExt cx="2552700" cy="6105525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0354" y="217447"/>
              <a:ext cx="2019268" cy="201926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2236713"/>
              <a:ext cx="2552471" cy="40862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ALEROPATH OFFICIAL</dc:creator>
  <cp:keywords>DAHSwLZnZDA,BAHNVANIZHQ</cp:keywords>
  <dc:title>ALEROPATH-CONNECT_PPT-TEMP</dc:title>
  <dcterms:created xsi:type="dcterms:W3CDTF">2026-08-28T06:30:52Z</dcterms:created>
  <dcterms:modified xsi:type="dcterms:W3CDTF">2026-08-28T06:30:52Z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2026-08-19T00:00:00Z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2026-08-28T00:00:00Z</vt:filetime>
  </property>
  <property fmtid="{D5CDD505-2E9C-101B-9397-08002B2CF9AE}" pid="6" name="Producer">
    <vt:lpwstr>iLovePDF</vt:lpwstr>
  </property>
  <property fmtid="{D5CDD505-2E9C-101B-9397-08002B2CF9AE}" pid="7" name="containsAiGeneratedContent">
    <vt:lpwstr>Yes</vt:lpwstr>
  </property>
</Properties>
</file>